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807A-0558-C4B4-B73F-2E543F213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277A3-C949-240C-096F-F7CD87A76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CDAB-B246-B1F1-5C0F-91479E47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0ABD1-BEE6-EA1C-085A-A5C48AEC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4FF7-ADD4-1641-27BD-84200C6A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799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A589-EDAC-D538-DA56-94CBC3AD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F915-BD1B-F948-8B1F-FE6C5159C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07D6-9DAB-1A71-AA8B-73408003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81F24-7621-4C08-1F39-F60FD814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EDE5-722A-CB77-EECE-A9A8F69F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56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0C7A-B83F-2918-19C9-1DC61EEE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6EF51-031F-EBD4-A0AB-00FFA1B7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C5A19-41B1-7657-AAD8-3F47EBE1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182C-AA2C-FA71-D7AD-DB0FA99A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CAD8C-8A5B-C2A6-5E26-A41357836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6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5BB8-B0C2-9779-1308-68DEA95D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7BFC-4607-BBC5-31EF-8134E329F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4D43-48EA-9795-0FA1-E372AECA5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A8D47-3545-CE89-9C84-017A7961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2006A-978B-5C54-1411-AE5588C6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7E6CE-09AA-E52E-7429-DB521630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08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1212-021C-E117-B19E-3D095ECB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D6A2F-1A10-DBE3-DD37-B8842BF7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3559E-A7B4-6E42-6349-15A727AA1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7D45C-5E2B-6767-7F76-4760567D4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E4567-7906-6B7E-4532-46D209BD5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F08AF-B410-DD63-5524-B63A0C54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E4470-59AD-1093-07A1-1402A308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28E7E-B5F6-4318-9CD4-F5A9F227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10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28A71-363D-EC52-460A-69314F19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51F85-B080-11B3-113E-92315532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2DA1B-DD64-AFD8-16C3-2DB06A86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CC1ED-2C32-17F0-EB0E-8EF0DC6C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9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2D899-9257-C8D3-CE67-24354E39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37463-DA65-B927-DB9A-39A022E7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AAFE1-FB84-86CC-8C39-FEC9E41F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7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D3A4-B374-EF3D-AAA4-D70AA00E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4C48-997D-6C06-6AF9-7309C12B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95666-6627-99F7-C736-6C095D1E8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79B66-BBEE-C4E5-B962-02CFD824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927E8-F2DA-F773-EAEB-AF2A994E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CB9BB-A3A8-28C9-E0FB-9C6E87D2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0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9B6D-5820-957F-6E15-8433BD2C3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95BF2D-E267-520C-396C-63CF1336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2DA72-A5CA-0EBF-9385-FE41E86F7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9DEAF-2246-F52B-4404-5CEB9579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A0300-902B-877D-0B4D-C5DC82A1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30B23-2A03-82FA-8A84-9BDB41EE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74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5FA0-E7B4-6DB1-C724-E18F4FD0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411EB-9AAE-DF71-862F-9188CFF5C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367AA-C2C1-AD25-F3AA-D105EC53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BBC3-D14F-0F5B-3D66-BF094460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D1254-44F1-70FF-5209-BF904BA0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7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BF295-AC69-BCD7-76EF-FEFF68FC6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A9BD0-07C5-F300-9467-70BE13DA4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B03F-73A0-4AE2-5AB7-D682E979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3DFEC-55C8-BE3A-3E46-4AF61801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F80A7-69EC-8ECB-959A-EAEB5023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7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F77ED-D271-467D-231B-B887C1B2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42EDB-FFB4-074A-6D70-C930BC2C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37B87-AB71-ABE5-34E1-4DB6F906B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6A002-D9A4-46C0-ACB4-C02CD16E7DA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3D614-B8B1-F193-9E66-F95B40B5C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98C5-B717-DA46-C08C-4A9AEC0D8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75CA8-4A2B-44BA-995E-7D0DC6E0B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2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DA79-43F0-1AAA-3D3A-D4D7F4464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303" y="2259114"/>
            <a:ext cx="8839199" cy="1169886"/>
          </a:xfrm>
        </p:spPr>
        <p:txBody>
          <a:bodyPr>
            <a:normAutofit fontScale="90000"/>
          </a:bodyPr>
          <a:lstStyle/>
          <a:p>
            <a:br>
              <a:rPr lang="en-IN" sz="6600" dirty="0"/>
            </a:br>
            <a:br>
              <a:rPr lang="en-IN" sz="6600" dirty="0"/>
            </a:br>
            <a:br>
              <a:rPr lang="en-IN" sz="6600" dirty="0"/>
            </a:br>
            <a:br>
              <a:rPr lang="en-IN" sz="6600" dirty="0"/>
            </a:br>
            <a:br>
              <a:rPr lang="en-IN" sz="6600" dirty="0"/>
            </a:br>
            <a:br>
              <a:rPr lang="en-IN" sz="6600" dirty="0"/>
            </a:br>
            <a:r>
              <a:rPr lang="en-IN" sz="6600" b="1" dirty="0"/>
              <a:t>SWIGGY DATA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31242-2010-6F60-BC06-2F2792947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3845" y="3681437"/>
            <a:ext cx="2949677" cy="537343"/>
          </a:xfrm>
        </p:spPr>
        <p:txBody>
          <a:bodyPr/>
          <a:lstStyle/>
          <a:p>
            <a:r>
              <a:rPr lang="en-IN" sz="2800" dirty="0"/>
              <a:t>BY USING EXCEL 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E7D89-28AA-3A47-4433-7FA52626CFE1}"/>
              </a:ext>
            </a:extLst>
          </p:cNvPr>
          <p:cNvSpPr/>
          <p:nvPr/>
        </p:nvSpPr>
        <p:spPr>
          <a:xfrm>
            <a:off x="299884" y="216310"/>
            <a:ext cx="11592232" cy="10913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67BEA-3F4A-7CCB-FF00-108182D28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736" y="235476"/>
            <a:ext cx="3602527" cy="1072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38112B-8B1C-2A7A-B963-3B7B904BF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432" y="5193199"/>
            <a:ext cx="1223146" cy="125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7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64C0-69F2-DF21-89FB-A1BB09EA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323" y="2163531"/>
            <a:ext cx="1747684" cy="60914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KPI’s</a:t>
            </a:r>
            <a:endParaRPr lang="en-IN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A4383-30F4-083F-2382-1116EF3AA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55" y="2772671"/>
            <a:ext cx="9003890" cy="335869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 – Overall </a:t>
            </a:r>
            <a:r>
              <a:rPr lang="en-IN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revenuw</a:t>
            </a: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generated from food orders.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 – Customer satisfaction level across all restaurants.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value(₹) – Revenue per order.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 Count – Total number of customer reviews.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 – Number of food orders received.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74950-8722-712F-234D-78781C89691E}"/>
              </a:ext>
            </a:extLst>
          </p:cNvPr>
          <p:cNvSpPr/>
          <p:nvPr/>
        </p:nvSpPr>
        <p:spPr>
          <a:xfrm>
            <a:off x="299884" y="216310"/>
            <a:ext cx="11592232" cy="10913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ECF0E-630B-F15F-2734-E7662C709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737" y="235476"/>
            <a:ext cx="3602527" cy="1072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735C1C-FA73-E7A0-EA95-930C26CC2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426" y="5231069"/>
            <a:ext cx="1223146" cy="1250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BA1496-F8ED-92C7-56BF-5C56D3970C94}"/>
              </a:ext>
            </a:extLst>
          </p:cNvPr>
          <p:cNvSpPr txBox="1"/>
          <p:nvPr/>
        </p:nvSpPr>
        <p:spPr>
          <a:xfrm flipH="1">
            <a:off x="1241323" y="1547498"/>
            <a:ext cx="6560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BUSINESS REQUIREMENT DOCUMENT</a:t>
            </a:r>
          </a:p>
        </p:txBody>
      </p:sp>
    </p:spTree>
    <p:extLst>
      <p:ext uri="{BB962C8B-B14F-4D97-AF65-F5344CB8AC3E}">
        <p14:creationId xmlns:p14="http://schemas.microsoft.com/office/powerpoint/2010/main" val="407457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895D6-BA5E-F781-265B-9D58F36AB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6387"/>
            <a:ext cx="10164097" cy="39465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Monthly sales Trend- Shows how total sales fluctuate month by month.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Daily Sales Trend- Highlights order and revenue variations across days of the week.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Total Sales by Food Type (Veg vs Non-veg)- Compares revenue contribution by cuisine type.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Total sales by State (Map Visualization)- Displays state-wise revenue distribution.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Quarterly Performance Summary- Combines Sales, Ratings , and Orders by Quarter.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Top 5 Cities by Sales- Identifies leading cities contributing the most revenue.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Weekly Trend Analysis- Monitors weekly fluctuations in sales to identify consistency or peak periods.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9A7C3-AA5D-CD44-9F3B-ED521B8D5989}"/>
              </a:ext>
            </a:extLst>
          </p:cNvPr>
          <p:cNvSpPr/>
          <p:nvPr/>
        </p:nvSpPr>
        <p:spPr>
          <a:xfrm>
            <a:off x="299884" y="216310"/>
            <a:ext cx="11592232" cy="10913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DAD23-50C5-281A-7ADA-16D91390E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737" y="235476"/>
            <a:ext cx="3602527" cy="1072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B42BB0-5680-E8F8-3255-D26E47C89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543" y="5507830"/>
            <a:ext cx="1223146" cy="1250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85084-1BCB-DDE1-094D-BC39ED9F0D2A}"/>
              </a:ext>
            </a:extLst>
          </p:cNvPr>
          <p:cNvSpPr txBox="1"/>
          <p:nvPr/>
        </p:nvSpPr>
        <p:spPr>
          <a:xfrm>
            <a:off x="1093838" y="140881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BUSINESS REQUIREMENT DOCUMENT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8073AA9-5217-742F-1923-CFE767F0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38" y="2033166"/>
            <a:ext cx="2160640" cy="422092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bg1"/>
                </a:solidFill>
                <a:highlight>
                  <a:srgbClr val="FF0000"/>
                </a:highlight>
              </a:rPr>
              <a:t>CHART’s</a:t>
            </a:r>
          </a:p>
        </p:txBody>
      </p:sp>
    </p:spTree>
    <p:extLst>
      <p:ext uri="{BB962C8B-B14F-4D97-AF65-F5344CB8AC3E}">
        <p14:creationId xmlns:p14="http://schemas.microsoft.com/office/powerpoint/2010/main" val="187101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      SWIGGY DATA ANALYSIS DASHBOARD</vt:lpstr>
      <vt:lpstr>KPI’s</vt:lpstr>
      <vt:lpstr>CHART’s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UPPARI SAI TEJASHWINI</dc:creator>
  <cp:lastModifiedBy>UPPARI SAI TEJASHWINI</cp:lastModifiedBy>
  <cp:revision>2</cp:revision>
  <dcterms:created xsi:type="dcterms:W3CDTF">2026-05-20T11:11:43Z</dcterms:created>
  <dcterms:modified xsi:type="dcterms:W3CDTF">2026-05-20T11:14:17Z</dcterms:modified>
</cp:coreProperties>
</file>